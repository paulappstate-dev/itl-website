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/>
              <a:t>{{COURSE_CODE}} — Week {{WEEK_NUMBER}}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/>
              <a:t>{{WEEK_TOPIC}}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4805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/>
              <a:t>{{RELEASE_DATE}}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[Slide 1 of 6 — Title]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/>
              <a:t>Where We 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/>
              <a:t>{{LAST_WEEK_RECAP}}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[Slide 2 of 6 — Recap]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/>
              <a:t>This Week's Focus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/>
              <a:t>{{FOCUS_CONTENT}}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[Slide 3 of 6 — Focus]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/>
              <a:t>What's Due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/>
              <a:t>{{DUE_ITEMS}}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[Slide 4 of 6 — Due]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/>
              <a:t>Looking Ahead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/>
              <a:t>{{NEXT_WEEK_PREVIEW}}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[Slide 5 of 6 — Ahead]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/>
              <a:t>{{SIGNOFF_LINE}}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/>
              <a:t>{{COURSE_CODE}} — Week {{WEEK_NUMBER}}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[Slide 6 of 6 — Sign-off]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